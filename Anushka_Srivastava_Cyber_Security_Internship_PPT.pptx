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424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B4A"/>
                </a:solidFill>
                <a:latin typeface="Aptos Display"/>
              </a:defRPr>
            </a:pPr>
            <a:r>
              <a:t>INTERNSHIP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68AA"/>
                </a:solidFill>
                <a:latin typeface="Aptos Display"/>
              </a:defRPr>
            </a:pPr>
            <a:r>
              <a:t>Introduction to Cyber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Presented by: ANUSHKA SRIVASTAVA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B.Tech CSE  |  Batch 2026–27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Course Completion: November 23,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1. 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Internship/course: Introduction to Cyber Security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Issuing organization: Infosys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Learning platform branding: Infosys Springboard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Focus: foundational cybersecurity awareness and safe digital practices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Completion date recorded on the certificate: November 23,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2.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Cybersecurity is essential for protecting digital systems, networks, applications, and information.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The internship focused on understanding basic cybersecurity concepts and security risks.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The learning activity encouraged responsible digital behaviour and safer use of technology.</a:t>
            </a:r>
          </a:p>
          <a:p>
            <a:pPr>
              <a:spcAft>
                <a:spcPts val="13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• The acquired foundation can support further study in cybersecurity, networking, and secure software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3.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Problem: Increasing dependence on digital services creates greater exposure to cyber risks.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Need: Students require structured foundational knowledge of threats and protective practices.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Objective: Understand cybersecurity and information security fundamentals.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Objective: Recognize common security risks and learn basic preventive practices.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Objective: Build security-aware and responsible digital habits.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4. Scope of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Foundational cybersecurity awareness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Recognition of cyber threats and security risks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Basic security principles and protective practices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Safe use of computers, networks, accounts, and online resources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Relevance of cybersecurity to Computer Science and Engineering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 report does not claim a production cybersecurity implementation or penetration-testing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5. Technologies, Tools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EFF5FA"/>
          </a:solidFill>
          <a:ln>
            <a:solidFill>
              <a:srgbClr val="23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B4A"/>
                </a:solidFill>
                <a:latin typeface="Aptos Display"/>
              </a:defRPr>
            </a:pPr>
            <a:r>
              <a:t>Tools /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Digital learning platform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Computer / Internet environment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Online course resources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QR-based certificate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212080" cy="4480560"/>
          </a:xfrm>
          <a:prstGeom prst="roundRect">
            <a:avLst/>
          </a:prstGeom>
          <a:solidFill>
            <a:srgbClr val="EFF5FA"/>
          </a:solidFill>
          <a:ln>
            <a:solidFill>
              <a:srgbClr val="23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72768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B4A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Course orientation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Concept learning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Threat awareness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Security practices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Application and reflection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• Course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6. Conceptual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1488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23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B4A"/>
                </a:solidFill>
                <a:latin typeface="Aptos"/>
              </a:defRPr>
            </a:pPr>
            <a:r>
              <a:t>Digital Learning</a:t>
            </a:r>
            <a:br/>
            <a:r>
              <a:t>Platform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44368" y="2496312"/>
            <a:ext cx="502920" cy="411480"/>
          </a:xfrm>
          <a:prstGeom prst="rightArrow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0" y="2148840"/>
            <a:ext cx="21488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23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B4A"/>
                </a:solidFill>
                <a:latin typeface="Aptos"/>
              </a:defRPr>
            </a:pPr>
            <a:r>
              <a:t>Learner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53328" y="2496312"/>
            <a:ext cx="502920" cy="411480"/>
          </a:xfrm>
          <a:prstGeom prst="rightArrow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2148840"/>
            <a:ext cx="21488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23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B4A"/>
                </a:solidFill>
                <a:latin typeface="Aptos"/>
              </a:defRPr>
            </a:pPr>
            <a:r>
              <a:t>Cybersecurity</a:t>
            </a:r>
            <a:br/>
            <a:r>
              <a:t>Content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05088" y="2496312"/>
            <a:ext cx="502920" cy="411480"/>
          </a:xfrm>
          <a:prstGeom prst="rightArrow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2148840"/>
            <a:ext cx="21488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23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B4A"/>
                </a:solidFill>
                <a:latin typeface="Aptos"/>
              </a:defRPr>
            </a:pPr>
            <a:r>
              <a:t>Security 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5F6973"/>
                </a:solidFill>
                <a:latin typeface="Aptos"/>
              </a:defRPr>
            </a:pPr>
            <a:r>
              <a:t>Figure: Conceptual flow of the cybersecurity learning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7.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Improved awareness of cybersecurity risks.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Better understanding of basic security practices.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Ability to recognize common digital security risks.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Greater appreciation of security in software and computing systems.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A stronger foundation for future learning in cybersecurity and information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8. Certificate of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9</a:t>
            </a:r>
          </a:p>
        </p:txBody>
      </p:sp>
      <p:pic>
        <p:nvPicPr>
          <p:cNvPr id="5" name="Picture 4" descr="certificate_fo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143000"/>
            <a:ext cx="8229600" cy="5818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5943600"/>
            <a:ext cx="8503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2B4A"/>
                </a:solidFill>
                <a:latin typeface="Aptos"/>
              </a:defRPr>
            </a:pPr>
            <a:r>
              <a:t>Infosys – Introduction to Cyber Security | Completed: November 23,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  <a:latin typeface="Aptos Display"/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t>Introduction to Cyber Security  |  Anushka Srivastava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internship provided a structured introduction to cybersecurity concepts.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It strengthened awareness of cyber risks and the importance of information protection.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learning experience supports safer digital practices and future technical studies.</a:t>
            </a:r>
          </a:p>
          <a:p>
            <a:pPr>
              <a:spcAft>
                <a:spcPts val="13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completion certificate serves as documentary proof of successful course completion.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42B4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24612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368AA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